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5715000" type="screen16x10"/>
  <p:notesSz cx="6858000" cy="9144000"/>
  <p:defaultTextStyle>
    <a:defPPr>
      <a:defRPr lang="de-DE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CCB1D-6C5D-881B-B6AC-41447EF00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618D7-3D0C-5F99-2737-242300997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64BD9-DC1D-EC4D-B576-D1339E42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51F99-EB38-391F-B842-079ABE8C3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A9667-6B57-4EFE-CE43-F5A77B29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6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lidewright MIT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1A2A-14A2-C0E0-294A-7A1E49425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965200"/>
            <a:ext cx="10287000" cy="863600"/>
          </a:xfrm>
        </p:spPr>
        <p:txBody>
          <a:bodyPr/>
          <a:lstStyle>
            <a:lvl1pPr>
              <a:defRPr sz="3000" b="1">
                <a:solidFill>
                  <a:srgbClr val="3F262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B1169-70AD-C49F-0854-C0DEF028E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2235199"/>
            <a:ext cx="9652000" cy="3937000"/>
          </a:xfrm>
        </p:spPr>
        <p:txBody>
          <a:bodyPr/>
          <a:lstStyle>
            <a:lvl1pPr>
              <a:defRPr sz="2000" b="0">
                <a:solidFill>
                  <a:srgbClr val="52454A"/>
                </a:solidFill>
                <a:latin typeface="Arial" panose="020B0604020202020204" pitchFamily="34" charset="0"/>
              </a:defRPr>
            </a:lvl1pPr>
            <a:lvl2pPr>
              <a:defRPr sz="2000" b="0">
                <a:solidFill>
                  <a:srgbClr val="52454A"/>
                </a:solidFill>
                <a:latin typeface="Arial" panose="020B0604020202020204" pitchFamily="34" charset="0"/>
              </a:defRPr>
            </a:lvl2pPr>
            <a:lvl3pPr>
              <a:defRPr sz="2000" b="0">
                <a:solidFill>
                  <a:srgbClr val="52454A"/>
                </a:solidFill>
                <a:latin typeface="Arial" panose="020B0604020202020204" pitchFamily="34" charset="0"/>
              </a:defRPr>
            </a:lvl3pPr>
            <a:lvl4pPr>
              <a:defRPr sz="2000" b="0">
                <a:solidFill>
                  <a:srgbClr val="52454A"/>
                </a:solidFill>
                <a:latin typeface="Arial" panose="020B0604020202020204" pitchFamily="34" charset="0"/>
              </a:defRPr>
            </a:lvl4pPr>
            <a:lvl5pPr>
              <a:defRPr sz="2000" b="0">
                <a:solidFill>
                  <a:srgbClr val="52454A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3C395-9ACA-4C0B-994F-4823BF6D4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F5229-2427-3DE1-CA25-0040C2E84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0638E-ECF3-00D0-8083-1662FA70A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W Layout Accent">
            <a:extLst>
              <a:ext uri="{FF2B5EF4-FFF2-40B4-BE49-F238E27FC236}">
                <a16:creationId xmlns:a16="http://schemas.microsoft.com/office/drawing/2014/main" id="{0343D142-5697-B2CB-33B8-1F460FE6C1ED}"/>
              </a:ext>
            </a:extLst>
          </p:cNvPr>
          <p:cNvSpPr/>
          <p:nvPr userDrawn="1"/>
        </p:nvSpPr>
        <p:spPr>
          <a:xfrm>
            <a:off x="685800" y="1955800"/>
            <a:ext cx="101600" cy="4191000"/>
          </a:xfrm>
          <a:prstGeom prst="rect">
            <a:avLst/>
          </a:prstGeom>
          <a:solidFill>
            <a:srgbClr val="E55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63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D346F-0A20-2B60-57E2-EBC7157F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9171B-CEFE-9BCF-285C-DBEB101EA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10662-8278-D487-9D55-E674E067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9C9CE-6A7D-DA1E-2DAA-6512026A6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4D7C6-10DC-1265-E07B-3061878FD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6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8E75D-7CFE-C923-6EE3-2E14CC63D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E180C-3585-F597-D7C8-81A464A65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24ED4-A7AB-BFBD-B0F9-07D4C6C7E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F866F-FD95-8811-2DDD-C218ED00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3917C-97CC-2F05-77FA-EC850970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F5133-4045-A204-42A8-87FB69AB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56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DA085-689A-EFB0-967E-01CA1F4C4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AB2B1-9D71-A62F-020C-550D1315B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B0456-2879-397E-119F-A6C0017E0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85338F-8F67-268E-CF25-E65ECC8E3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BD611A-1CED-5FB1-C384-73F495ABFA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D79BEF-9A9C-5383-4AA4-5FFFC8EC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E02DD-C83D-4B8B-EF7A-3D24D49DF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B6760-7AA9-A67D-087D-C5952BD97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90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51EC1-A0BE-4669-0DA1-62C058447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65ED5F-4E1D-8200-3711-9BA509A41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0870D-0BD7-EADA-62AF-DB717A971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38886-E0DD-E8DB-065D-FBD1F56B7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9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EE1E0-EBB5-2B96-6F55-89E02AAE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58EDDB-E52A-8E57-D39C-E8083BF03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BB525-8228-9462-9319-0F3C7230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1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7B54B-3B72-6C7D-EC70-293B23A8D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825B4-03DE-53AC-78F1-8DA48207D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CE34D-74B2-5CBB-A7EB-DAA6BAB79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6DC24-1250-2802-93FA-A2C21491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4063F-85DD-CA38-84B3-97385910D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DADE7-662C-CF44-1E15-58E61C56E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02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0ECC6-E97A-0602-D795-950AEFBA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D9890B-113C-BB7A-5539-62EC33FC8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76AC7-75C0-89C6-0504-211E16567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F530D5-7D0B-7A5E-FCBF-6B9D8EEB9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12E90-B863-0ADD-9F06-26B6E921A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330A3-3FCE-EFA6-27BC-1AE079B7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17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5E0BB-F68D-EE96-A9EF-D53236D1F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0053D-E21B-2F00-6A22-9AF822740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4BBBF-0F32-A7C5-C79D-9ABE2AD9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B1C96-17BF-3E08-ABE0-F536081D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394A0-92EC-3E67-0789-FF208228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18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CAF98B-0076-4C8C-107C-F85BAC8BFD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F53C9-30E8-E35D-6F7A-3C6A6FBA5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77287-F7F2-1349-5FEC-2BCC22D27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8727-C6E3-4257-94BF-EC191CA7E31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401E0-3087-42DB-9211-4DC9760F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C6D3C-16B8-EEFB-80F5-858BAA17F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57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28D2E2-148D-5469-0D90-7582EBD35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85B94-4E9A-082F-06A9-9ACDA9B8E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4ABB0-2E27-6A66-E239-2FAF86767A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868727-C6E3-4257-94BF-EC191CA7E31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65E20-45A9-E392-9933-1FB417782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SLIDEWRIGHT MIT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EBA03-0B26-4C49-4184-81829B800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76185E-6BC2-4207-87BF-6B50A4439B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W Master Chrome">
            <a:extLst>
              <a:ext uri="{FF2B5EF4-FFF2-40B4-BE49-F238E27FC236}">
                <a16:creationId xmlns:a16="http://schemas.microsoft.com/office/drawing/2014/main" id="{8DE3C238-E6A9-8436-3E02-4410D996A7CC}"/>
              </a:ext>
            </a:extLst>
          </p:cNvPr>
          <p:cNvSpPr/>
          <p:nvPr userDrawn="1"/>
        </p:nvSpPr>
        <p:spPr>
          <a:xfrm>
            <a:off x="0" y="0"/>
            <a:ext cx="9144000" cy="203200"/>
          </a:xfrm>
          <a:prstGeom prst="rect">
            <a:avLst/>
          </a:prstGeom>
          <a:solidFill>
            <a:srgbClr val="3F26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W Master Brand">
            <a:extLst>
              <a:ext uri="{FF2B5EF4-FFF2-40B4-BE49-F238E27FC236}">
                <a16:creationId xmlns:a16="http://schemas.microsoft.com/office/drawing/2014/main" id="{0C7D4DE1-2434-7852-3A6A-FD6ADFE69ED5}"/>
              </a:ext>
            </a:extLst>
          </p:cNvPr>
          <p:cNvSpPr txBox="1"/>
          <p:nvPr userDrawn="1"/>
        </p:nvSpPr>
        <p:spPr>
          <a:xfrm>
            <a:off x="685800" y="355600"/>
            <a:ext cx="457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3F262F"/>
                </a:solidFill>
                <a:latin typeface="Arial" panose="020B0604020202020204" pitchFamily="34" charset="0"/>
              </a:rPr>
              <a:t>SLIDEWRIGHT // MIT GOLDEN TEMPLATE</a:t>
            </a:r>
          </a:p>
        </p:txBody>
      </p:sp>
    </p:spTree>
    <p:extLst>
      <p:ext uri="{BB962C8B-B14F-4D97-AF65-F5344CB8AC3E}">
        <p14:creationId xmlns:p14="http://schemas.microsoft.com/office/powerpoint/2010/main" val="4008228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T Fixture Title">
            <a:extLst>
              <a:ext uri="{FF2B5EF4-FFF2-40B4-BE49-F238E27FC236}">
                <a16:creationId xmlns:a16="http://schemas.microsoft.com/office/drawing/2014/main" id="{45F006EE-C28D-2785-FE87-85915B48F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Inherited bullet hygiene</a:t>
            </a:r>
          </a:p>
        </p:txBody>
      </p:sp>
      <p:sp>
        <p:nvSpPr>
          <p:cNvPr id="3" name="MIT Fixture Body">
            <a:extLst>
              <a:ext uri="{FF2B5EF4-FFF2-40B4-BE49-F238E27FC236}">
                <a16:creationId xmlns:a16="http://schemas.microsoft.com/office/drawing/2014/main" id="{DF19F157-94B8-2313-0518-870046143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Three priorities</a:t>
            </a:r>
          </a:p>
          <a:p>
            <a:endParaRPr lang="en-US"/>
          </a:p>
          <a:p>
            <a:r>
              <a:rPr lang="en-US"/>
              <a:t>One accountable owner</a:t>
            </a:r>
          </a:p>
          <a:p>
            <a:r>
              <a:rPr lang="en-US"/>
              <a:t> </a:t>
            </a:r>
          </a:p>
          <a:p>
            <a:r>
              <a:rPr lang="en-US"/>
              <a:t>A decision by Friday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603A4-4010-902C-10E2-634FA275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SLIDEWRIGHT MIT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299A1-D586-9C72-BD8C-0ED8CCB10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80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T Preserve Title">
            <a:extLst>
              <a:ext uri="{FF2B5EF4-FFF2-40B4-BE49-F238E27FC236}">
                <a16:creationId xmlns:a16="http://schemas.microsoft.com/office/drawing/2014/main" id="{F9F4A5EE-DE88-751D-8AA3-A4B85A15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Preserve-only control</a:t>
            </a:r>
          </a:p>
        </p:txBody>
      </p:sp>
      <p:sp>
        <p:nvSpPr>
          <p:cNvPr id="3" name="MIT Preserve Body">
            <a:extLst>
              <a:ext uri="{FF2B5EF4-FFF2-40B4-BE49-F238E27FC236}">
                <a16:creationId xmlns:a16="http://schemas.microsoft.com/office/drawing/2014/main" id="{0FF21B2B-E8EA-9836-F67B-A4A866F97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/>
              <a:t>This slide must remain unchanged.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589426-4635-B949-751F-DA3213066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SLIDEWRIGHT MIT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9B472E-DC60-0602-6C0D-44B741694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185E-6BC2-4207-87BF-6B50A4439B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57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On-screen Show (16:10)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Inherited bullet hygiene</vt:lpstr>
      <vt:lpstr>Preserve-only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Slidewright contributors</dc:creator>
  <cp:lastModifiedBy>Slidewright contributors</cp:lastModifiedBy>
  <cp:revision>2</cp:revision>
  <dcterms:created xsi:type="dcterms:W3CDTF">2026-07-15T20:51:58Z</dcterms:created>
  <dcterms:modified xsi:type="dcterms:W3CDTF">2026-07-16T17:55:43Z</dcterms:modified>
</cp:coreProperties>
</file>