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61-426B-A026-4AA584F3062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61-426B-A026-4AA584F3062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61-426B-A026-4AA584F306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57917232"/>
        <c:axId val="2126909104"/>
      </c:barChart>
      <c:catAx>
        <c:axId val="195791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126909104"/>
        <c:crosses val="autoZero"/>
        <c:auto val="1"/>
        <c:lblAlgn val="ctr"/>
        <c:lblOffset val="100"/>
        <c:noMultiLvlLbl val="0"/>
      </c:catAx>
      <c:valAx>
        <c:axId val="2126909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957917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20F-4171-8649-BA0A893E3E4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20F-4171-8649-BA0A893E3E4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20F-4171-8649-BA0A893E3E4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20F-4171-8649-BA0A893E3E41}"/>
              </c:ext>
            </c:extLst>
          </c:dPt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61-426B-A026-4AA584F3062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20F-4171-8649-BA0A893E3E4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20F-4171-8649-BA0A893E3E4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20F-4171-8649-BA0A893E3E4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D20F-4171-8649-BA0A893E3E41}"/>
              </c:ext>
            </c:extLst>
          </c:dPt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61-426B-A026-4AA584F3062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D20F-4171-8649-BA0A893E3E4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D20F-4171-8649-BA0A893E3E4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D20F-4171-8649-BA0A893E3E4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D20F-4171-8649-BA0A893E3E41}"/>
              </c:ext>
            </c:extLst>
          </c:dPt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61-426B-A026-4AA584F306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4E8EA-5B00-4A3B-B59F-EC4E4B939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E61B3D-65EA-471B-9766-DCCA90C7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F00408-A4E0-4761-A5E9-44912BF7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E195F8-E13B-4FA4-BCA3-6EC2C9C63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B110CE-87BB-46B9-BB35-21D7C9DE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57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3E17C-B10B-4986-8239-AADBC61B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41E2B5-F611-4FFD-BEB8-303B8547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4B632-E2A7-43DC-9D70-A72055855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7B4D7F-C83D-4F08-9AE8-7762CB0C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1F1DAF-29C0-412A-AB0B-28DF6015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28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08586-A19C-47C1-B133-302130ED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FE0B37-7FEA-4451-B427-281E7AD10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1C818C-2616-458B-9229-B2142CAF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9BD820-2968-45B2-A473-5D7A0898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E4DA73-E3F4-4B3A-B08C-3CBD905C7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8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1D5966-D616-4232-AD5A-71F5FB976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435B2A-F07C-4E1F-BCE0-4FF97EAC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EA761B-B7D8-41E5-90C8-216499DE7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8397E5-6D0C-40DF-B3F4-E0DAF9C0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08114E-E4A1-4F30-BF0C-77CFA7B7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481489-21CB-4A38-9EE8-91A8C3F7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938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1E89E-36C3-425D-8A6F-7B0DE40C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5B72A2-6DC3-4D4C-B40A-07135631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6BEB47-9E1B-4683-8168-703DCA4AE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CC2728-F970-40B2-9950-1F169D213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9A1D102-2C66-4FC1-A7A5-32DB1B727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F61595-2FFA-4546-A3EB-5D941115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6D5EF8-ED9F-40F0-B9B0-797EC40A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9FF942D-1282-49B6-8590-CED9CB09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75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4527E4-9ABC-4474-A95C-F9B066E9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6637BD-6041-4D50-A3FE-99EDEFF0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4556FD-E49C-4F05-80F3-306F8B6A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08ACB0-3443-4D1A-8538-8D751828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38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72CF90-3789-429F-A013-2233616E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6828FA-8482-45E2-BB35-32A09C4F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4E47CE-9C58-43F9-BA68-0E6F890C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87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3A85E-016E-4CCA-9622-75207122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B93A59-AB15-4E5B-BF52-53CF583C5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E989FF-F415-4BE3-AE40-3CCDC0180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EC3F48-F4B5-43BC-81A0-F92A5D1E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52B1DC-6218-45B0-B202-D2C0B45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F7B0A8-7084-4EBF-A03D-630E663D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95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C9E9C-E671-4D6B-A57F-5421588C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83EBF2-7225-4EB1-86DD-46063AF4E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CCC069-178D-4D12-8FAA-BE0709ECE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929451-21D8-4D84-A77F-04FA13B0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CDDED3-C5DB-4DF3-BB15-E435059D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1DD9BD-9234-481E-8E36-7C9107D7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01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DBCFC5-7207-4A8D-BE8A-5CF4170E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6ECA1E-78F2-4882-BD71-44B1A0BB4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AC190C-39DA-4FE9-9F15-BB456ADE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8D0DEE-E1F8-42DF-91D4-1476BD57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83618A-B8C6-439D-BFAD-E3F24E67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96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8B4105-53FA-4EDD-8F40-8A748CA7B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8B42F0-ECA4-4EC9-B9EF-4015BBBFE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47699-4DE6-40E2-AA97-10BCBE23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B0FD3A-5044-4C11-A1D4-6FF33785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AF5DC1-DA7D-46E6-9B89-C9A88162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17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D50C01-6F5E-489F-8701-48166470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D4DB23-3191-4F96-B41D-5BEA070F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B5A975-3DDC-4CEC-8C5F-B9BDA47AB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60A0F-5ED1-45ED-A5D5-DB038E6B70D9}" type="datetimeFigureOut">
              <a:rPr lang="de-DE" smtClean="0"/>
              <a:t>11.03.2021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2EAA25-DFB0-4873-A7C7-165FE75D4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52CF3-C46B-4519-89AD-0EB659D08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C11F7-4BC3-48C3-B478-6F3548E7B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57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FDB91B-3D32-470B-A3DA-C322B5868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Test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0AF6778-1CBA-435A-B48B-A2B137BC78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416799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FDB91B-3D32-470B-A3DA-C322B5868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Test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0AF6778-1CBA-435A-B48B-A2B137BC78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Slide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C687C97D-A731-4191-B8CE-878B34153102}"/>
              </a:ext>
            </a:extLst>
          </p:cNvPr>
          <p:cNvGraphicFramePr/>
          <p:nvPr>
            <p:extLst/>
          </p:nvPr>
        </p:nvGraphicFramePr>
        <p:xfrm>
          <a:off x="7874000" y="1600200"/>
          <a:ext cx="3217333" cy="356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1AC18D86-22C8-466A-9D09-FF41BFEAAE63}"/>
              </a:ext>
            </a:extLst>
          </p:cNvPr>
          <p:cNvGraphicFramePr/>
          <p:nvPr>
            <p:extLst/>
          </p:nvPr>
        </p:nvGraphicFramePr>
        <p:xfrm>
          <a:off x="939800" y="1600200"/>
          <a:ext cx="3217333" cy="356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3203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Breitbild</PresentationFormat>
  <Paragraphs>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Test</vt:lpstr>
      <vt:lpstr>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Thomas Singer</dc:creator>
  <cp:lastModifiedBy>Thomas Singer</cp:lastModifiedBy>
  <cp:revision>2</cp:revision>
  <dcterms:created xsi:type="dcterms:W3CDTF">2021-03-03T11:00:29Z</dcterms:created>
  <dcterms:modified xsi:type="dcterms:W3CDTF">2021-03-11T08:49:23Z</dcterms:modified>
</cp:coreProperties>
</file>